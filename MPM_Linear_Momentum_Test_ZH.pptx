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image" Target="../media/image-3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74320" cy="5088636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4864"/>
            <a:ext cx="54864" cy="5088636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82296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758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DE3"/>
                </a:solidFill>
              </a:rPr>
              <a:t>MPM Base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822960"/>
            <a:ext cx="201168" cy="20116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758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DE3"/>
                </a:solidFill>
              </a:rPr>
              <a:t>MLS-MPM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201168" cy="201168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758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DE3"/>
                </a:solidFill>
              </a:rPr>
              <a:t>CKMPM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23444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线动量单元测试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 MPM 方法对比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D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弹性碰撞立方体（3-D）：MPM Base · MLS-MPM · CKMPM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统一仿真参数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三种方法的初始条件完全相同，仅 MPM 算法本身不同。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70432"/>
          <a:ext cx="8503920" cy="3566160"/>
        </p:xfrm>
        <a:graphic>
          <a:graphicData uri="http://schemas.openxmlformats.org/drawingml/2006/table">
            <a:tbl>
              <a:tblPr/>
              <a:tblGrid>
                <a:gridCol w="2331720"/>
                <a:gridCol w="1901952"/>
                <a:gridCol w="1901952"/>
                <a:gridCol w="190195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MPM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MLS-MPM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CKMPM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杨氏模量  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10⁶ 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10⁶ 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10³ Pa 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泊松比  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密度  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kg/m³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kg/m³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kg/m³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初速度  v₀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±0.1 m/s (x)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±0.1 m/s (x)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±0.1 m/s (x)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粒子/网格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8（2³）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8（2³）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8（2³）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网格分辨率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64³ → dx=1/64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64³ → dx=1/64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64³ → dx=1/64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CFL 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插值核函数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二次 B 样条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MLS（APIC）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二次 B 样条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接触模型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隐式共享网格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隐式共享网格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显式运动学约束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5100"/>
                </a:solidFill>
              </a:rPr>
              <a:t>* CKMPM 需将 E 降低至 1×10³ Pa 才能完成稳定碰撞，详见第 5–6 页。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MPM Base &amp; MLS-MPM — 弹性碰撞仿真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MPM Base（二次 B 样条核）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777240"/>
            <a:ext cx="4114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MLS-MPM（APIC）</a:t>
            </a:r>
            <a:endParaRPr lang="en-US" sz="1200" dirty="0"/>
          </a:p>
        </p:txBody>
      </p:sp>
      <p:pic>
        <p:nvPicPr>
          <p:cNvPr id="8" name="Image 0" descr="/sessions/loving-friendly-ramanujan/mnt/15763-mpm/mpm-base/3d/output/colliding_cubes_basic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70432"/>
            <a:ext cx="4114800" cy="2926080"/>
          </a:xfrm>
          <a:prstGeom prst="rect">
            <a:avLst/>
          </a:prstGeom>
        </p:spPr>
      </p:pic>
      <p:pic>
        <p:nvPicPr>
          <p:cNvPr id="9" name="Image 1" descr="/sessions/loving-friendly-ramanujan/mnt/15763-mpm/MLS_MPM_clone/tests/output/colliding_cubes_mlsmpm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70432"/>
            <a:ext cx="4114800" cy="29260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2880" y="4160520"/>
            <a:ext cx="877824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4187952"/>
            <a:ext cx="8503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现象：</a:t>
            </a:r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两种方法均守恒总动量，但两个立方体并未实现真正意义上的面对面接触。基于共享网格的隐式接触导致动量传递在物理接触之前就已开始，接触界面被模糊在约 2dx 范围内。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线动量守恒曲线 — MPM Base &amp; MLS-MPM</a:t>
            </a:r>
            <a:endParaRPr lang="en-US" sz="2200" dirty="0"/>
          </a:p>
        </p:txBody>
      </p:sp>
      <p:pic>
        <p:nvPicPr>
          <p:cNvPr id="4" name="Image 0" descr="/sessions/loving-friendly-ramanujan/mnt/15763-mpm/mpm-base/3d/output/colliding_cubes_momentum_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4114800" cy="2331720"/>
          </a:xfrm>
          <a:prstGeom prst="rect">
            <a:avLst/>
          </a:prstGeom>
        </p:spPr>
      </p:pic>
      <p:pic>
        <p:nvPicPr>
          <p:cNvPr id="5" name="Image 1" descr="/sessions/loving-friendly-ramanujan/mnt/15763-mpm/MLS_MPM_clone/tests/output/colliding_cubes_momentum_mlsmp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777240"/>
            <a:ext cx="4114800" cy="2331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2880" y="3200400"/>
            <a:ext cx="8778240" cy="1783080"/>
          </a:xfrm>
          <a:prstGeom prst="rect">
            <a:avLst/>
          </a:prstGeom>
          <a:solidFill>
            <a:srgbClr val="EEF2FF"/>
          </a:solidFill>
          <a:ln w="12700">
            <a:solidFill>
              <a:srgbClr val="9FA8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347472" y="3246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为什么两个立方体无法完全"碰在一起"？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47472" y="3611880"/>
            <a:ext cx="8503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网格分辨率限制：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= 1/64 m 是压力可分辨的最小尺度。当两个物体的表面与共享网格节点的距离约为 1.5 dx 时，它们就开始交换动量——粒子层面的真实接触从未被强制执行。
</a:t>
            </a:r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无显式接触分离：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 MPM 不进行显式接触检测。两个物体共享同一背景网格，接触完全基于动量传递。碰撞后的速度幅值略小于初始值（|Δp_total| ∼ 10⁻⁵），说明共享网格引入了轻微数值耗散。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CKMPM — 刚性材料（E = 1×10⁶ Pa）下的问题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389120" cy="3200400"/>
          </a:xfrm>
          <a:prstGeom prst="rect">
            <a:avLst/>
          </a:prstGeom>
          <a:solidFill>
            <a:srgbClr val="EDE7F6"/>
          </a:solidFill>
          <a:ln w="12700">
            <a:solidFill>
              <a:srgbClr val="9575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59536"/>
            <a:ext cx="4224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E = 1×10⁶ Pa 时的详细过程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125272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271016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127101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两块立方体以 ±0.1 m/s 相向而行——刚性材料几乎不变形。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180136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819656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181965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接触被检测到 → 运动学约束将法向相对速度完全归零。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235000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2368296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236829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没有弹性应变能被存储或释放（近似刚体行为）。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" y="289864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916936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291693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后续每个时间步均重新施加约束 → 立方体持续被锁定原地。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3447288"/>
            <a:ext cx="4114800" cy="475488"/>
          </a:xfrm>
          <a:prstGeom prst="rect">
            <a:avLst/>
          </a:prstGeom>
          <a:solidFill>
            <a:srgbClr val="FCE4EC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3465576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1457"/>
                </a:solidFill>
              </a:rPr>
              <a:t>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346557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1457"/>
                </a:solidFill>
              </a:rPr>
              <a:t>结果：立方体在碰撞位置冻结，仿真停滞。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822960"/>
            <a:ext cx="4206240" cy="3200400"/>
          </a:xfrm>
          <a:prstGeom prst="rect">
            <a:avLst/>
          </a:prstGeom>
          <a:solidFill>
            <a:srgbClr val="FBE9E7"/>
          </a:solidFill>
          <a:ln w="12700">
            <a:solidFill>
              <a:srgbClr val="EF9A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8778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CKMPM 为何会「冻结」？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1261872"/>
            <a:ext cx="39319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CKMPM 使用显式运动学接触约束 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（基于冲量的速度投影）在每个时间步分离物体。
</a:t>
            </a:r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 E = 1×10⁶ Pa 时：
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材料极度刚硬 → 几乎不发生形变
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接触约束将界面处法向相对速度强制归零
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求解器不断投影掉速度 → 立方体锁死并停止运动
</a:t>
            </a:r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根本原因：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运动学接触投影与近刚体弹性反弹不相容——材料无法存储足够的弹性应变能再释放出来。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4160520"/>
            <a:ext cx="8778240" cy="685800"/>
          </a:xfrm>
          <a:prstGeom prst="rect">
            <a:avLst/>
          </a:prstGeom>
          <a:solidFill>
            <a:srgbClr val="FCE4EC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解决方案：</a:t>
            </a:r>
            <a:pPr indent="0" marL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逐步降低杨氏模量，直到接触-形变周期能够正常闭合。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CKMPM — 软化材料直至碰撞稳定（E = 1×10³ Pa）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E = 1×10⁶ Pa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1C1C"/>
                </a:solidFill>
              </a:rPr>
              <a:t>✗  冻结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03120" y="1394460"/>
            <a:ext cx="365760" cy="0"/>
          </a:xfrm>
          <a:prstGeom prst="line">
            <a:avLst/>
          </a:prstGeom>
          <a:noFill/>
          <a:ln w="19050">
            <a:solidFill>
              <a:srgbClr val="757575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468880" y="1005840"/>
            <a:ext cx="16459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E = 1×10⁵ Pa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1C1C"/>
                </a:solidFill>
              </a:rPr>
              <a:t>✗  冻结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1394460"/>
            <a:ext cx="365760" cy="0"/>
          </a:xfrm>
          <a:prstGeom prst="line">
            <a:avLst/>
          </a:prstGeom>
          <a:noFill/>
          <a:ln w="19050">
            <a:solidFill>
              <a:srgbClr val="757575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480560" y="1005840"/>
            <a:ext cx="16459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E = 1×10⁴ Pa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1C1C"/>
                </a:solidFill>
              </a:rPr>
              <a:t>✗  冻结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394460"/>
            <a:ext cx="365760" cy="0"/>
          </a:xfrm>
          <a:prstGeom prst="line">
            <a:avLst/>
          </a:prstGeom>
          <a:noFill/>
          <a:ln w="19050">
            <a:solidFill>
              <a:srgbClr val="757575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492240" y="1005840"/>
            <a:ext cx="164592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E = 1×10³ Pa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32"/>
                </a:solidFill>
              </a:rPr>
              <a:t>✓  稳定！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" y="1965960"/>
            <a:ext cx="4389120" cy="2834640"/>
          </a:xfrm>
          <a:prstGeom prst="rect">
            <a:avLst/>
          </a:prstGeom>
          <a:solidFill>
            <a:srgbClr val="EDE7F6"/>
          </a:solidFill>
          <a:ln w="12700">
            <a:solidFill>
              <a:srgbClr val="9575CD"/>
            </a:solidFill>
            <a:prstDash val="solid"/>
          </a:ln>
        </p:spPr>
      </p:sp>
      <p:pic>
        <p:nvPicPr>
          <p:cNvPr id="20" name="Image 0" descr="/sessions/loving-friendly-ramanujan/mnt/15763-mpm/output/colliding_cubes_basic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965960"/>
            <a:ext cx="4389120" cy="28346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82880" y="1965960"/>
            <a:ext cx="4389120" cy="320040"/>
          </a:xfrm>
          <a:prstGeom prst="rect">
            <a:avLst/>
          </a:prstGeom>
          <a:solidFill>
            <a:srgbClr val="4A14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CKMPM  E = 1×10³ Pa  ✓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1965960"/>
            <a:ext cx="4206240" cy="2834640"/>
          </a:xfrm>
          <a:prstGeom prst="rect">
            <a:avLst/>
          </a:prstGeom>
          <a:solidFill>
            <a:srgbClr val="EEF2FF"/>
          </a:solidFill>
          <a:ln w="12700">
            <a:solidFill>
              <a:srgbClr val="9FA8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92040" y="2029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变化了什么？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92040" y="242316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1×10³ Pa（更软的材料）：
</a:t>
            </a:r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碰撞时立方体发生明显形变 → 接触区域存储弹性应变能
</a:t>
            </a:r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存储的能量驱动物体在接触后分离，使运动学约束能够干净释放
</a:t>
            </a:r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仿真总时长延长至 5 s，以覆盖完整弹跳周期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三种方法均守恒线动量</a:t>
            </a:r>
            <a:endParaRPr lang="en-US" sz="2200" dirty="0"/>
          </a:p>
        </p:txBody>
      </p:sp>
      <p:pic>
        <p:nvPicPr>
          <p:cNvPr id="4" name="Image 0" descr="/sessions/loving-friendly-ramanujan/mnt/15763-mpm/mpm-base/3d/output/colliding_cubes_momentum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374904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3749040"/>
            <a:ext cx="278892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3749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MPM Base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" y="404164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|Δp|_max ≈ 2.6×10⁻⁵ kg·m/s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72968" y="374904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72968" y="3749040"/>
            <a:ext cx="278892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72968" y="3749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MLS-MPM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72968" y="404164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|Δp|_max ≈ 1.6×10⁻⁵ kg·m/s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17336" y="374904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1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17336" y="3749040"/>
            <a:ext cx="2788920" cy="2743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17336" y="3749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CKMPM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17336" y="404164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|Δp|_max ≈ 1.6×10⁻⁶ kg·m/s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82880" y="461772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✓  三种求解器的总动量守恒误差均在数值精度范围内。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CKMPM — 碰撞过程中为何耗散更多能量？</a:t>
            </a:r>
            <a:endParaRPr lang="en-US" sz="2100" dirty="0"/>
          </a:p>
        </p:txBody>
      </p:sp>
      <p:pic>
        <p:nvPicPr>
          <p:cNvPr id="4" name="Image 0" descr="/sessions/loving-friendly-ramanujan/mnt/15763-mpm/mpm-base/3d/output/colliding_cubes_momentum_ckm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484632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66360" y="822960"/>
            <a:ext cx="374904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230368" y="841248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A148C"/>
                </a:solidFill>
              </a:rPr>
              <a:t>碰后 |p| ≈ 0.19 kg·m/s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4A148C"/>
                </a:solidFill>
              </a:rPr>
              <a:t>初始 |p| ≈ 0.28 kg·m/s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4A148C"/>
                </a:solidFill>
              </a:rPr>
              <a:t>→ 约 32% 动能被吸收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82880" y="1920240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1920240"/>
            <a:ext cx="54864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1947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① 基于冲量的接触投影本身即有耗散性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" y="22494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在每个接触时间步，CKMPM 对法向相对速度进行投影并将其归零。这一操作本质上是非弹性的——它直接消除了碰撞分量，无法以弹性应变能的形式回收。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82880" y="2834640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82880" y="2834640"/>
            <a:ext cx="54864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2862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② 较软的 E 带来更长的耗散接触阶段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" y="31638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E = 10³ Pa 时，物体在分离前发生显著形变。运动学约束在压缩峰值处「钳住」动量，导致接触持续时间远长于 MPM Base/MLS 中近乎瞬时的弹跳，从而耗散更多能量。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82880" y="3749040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82880" y="3749040"/>
            <a:ext cx="54864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3776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③ 动量守恒，但能量不守恒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7472" y="40782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速度投影对称地重分配动量（总 Δp ≈ 1.6×10⁻⁶），但动能的一部分被转化为热量或数值耗散。这在物理上类似于部分非弹性碰撞。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148C"/>
                </a:solidFill>
              </a:rPr>
              <a:t>结论：CKMPM 的显式接触算法实现了精确的动量守恒，代价是每次碰撞事件的能量耗散比隐式网格方法更大（但物理可控）。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MPM 线动量单元测试对比</dc:title>
  <dc:subject>PptxGenJS Presentation</dc:subject>
  <dc:creator>PptxGenJS</dc:creator>
  <cp:lastModifiedBy>PptxGenJS</cp:lastModifiedBy>
  <cp:revision>1</cp:revision>
  <dcterms:created xsi:type="dcterms:W3CDTF">2026-04-19T14:53:53Z</dcterms:created>
  <dcterms:modified xsi:type="dcterms:W3CDTF">2026-04-19T14:53:53Z</dcterms:modified>
</cp:coreProperties>
</file>